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3278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253278"/>
                </a:solidFill>
                <a:latin typeface="Inter"/>
              </a:rPr>
              <a:t>{YEAR}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1097280" y="3474720"/>
            <a:ext cx="2926080" cy="2926080"/>
          </a:xfrm>
          <a:prstGeom prst="pentagon">
            <a:avLst/>
          </a:prstGeom>
          <a:solidFill>
            <a:srgbClr val="25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3931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53278"/>
                </a:solidFill>
                <a:latin typeface="Inter"/>
              </a:rPr>
              <a:t>{SUBTITLE}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480560"/>
            <a:ext cx="12801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>
                <a:solidFill>
                  <a:srgbClr val="253278"/>
                </a:solidFill>
                <a:latin typeface="Inter"/>
              </a:rPr>
              <a:t>{TITLE}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8EFE5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8EFE5"/>
                </a:solidFill>
                <a:latin typeface="Inter"/>
              </a:rPr>
              <a:t>{YEAR}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645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0" b="1">
                <a:solidFill>
                  <a:srgbClr val="F8EFE5"/>
                </a:solidFill>
                <a:latin typeface="Inter"/>
              </a:rPr>
              <a:t>{SECTION_TITLE}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3278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253278"/>
                </a:solidFill>
                <a:latin typeface="Inter"/>
              </a:rPr>
              <a:t>{YEAR}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253278"/>
                </a:solidFill>
                <a:latin typeface="Inter"/>
              </a:rPr>
              <a:t>{HEADING}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863840" y="1463040"/>
            <a:ext cx="0" cy="7680960"/>
          </a:xfrm>
          <a:prstGeom prst="line">
            <a:avLst/>
          </a:prstGeom>
          <a:ln w="1905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0" y="1463040"/>
            <a:ext cx="9144000" cy="804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53278"/>
                </a:solidFill>
                <a:latin typeface="Inter"/>
              </a:rPr>
              <a:t>{BODY_TEXT}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3278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253278"/>
                </a:solidFill>
                <a:latin typeface="Inter"/>
              </a:rPr>
              <a:t>{YEAR}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645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253278"/>
                </a:solidFill>
                <a:latin typeface="Inter"/>
              </a:rPr>
              <a:t>{HEADING}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53278"/>
                </a:solidFill>
                <a:latin typeface="Inter"/>
              </a:rPr>
              <a:t>{BULLET_1_NUM}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114800"/>
            <a:ext cx="4572000" cy="0"/>
          </a:xfrm>
          <a:prstGeom prst="line">
            <a:avLst/>
          </a:prstGeom>
          <a:ln w="1270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297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3278"/>
                </a:solidFill>
                <a:latin typeface="Inter"/>
              </a:rPr>
              <a:t>{BULLET_1_TITLE}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53278"/>
                </a:solidFill>
                <a:latin typeface="Inter"/>
              </a:rPr>
              <a:t>{BULLET_1_TEXT}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20040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53278"/>
                </a:solidFill>
                <a:latin typeface="Inter"/>
              </a:rPr>
              <a:t>{BULLET_2_NUM}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80" y="4114800"/>
            <a:ext cx="4572000" cy="0"/>
          </a:xfrm>
          <a:prstGeom prst="line">
            <a:avLst/>
          </a:prstGeom>
          <a:ln w="1270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40880" y="4297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3278"/>
                </a:solidFill>
                <a:latin typeface="Inter"/>
              </a:rPr>
              <a:t>{BULLET_2_TITLE}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502920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53278"/>
                </a:solidFill>
                <a:latin typeface="Inter"/>
              </a:rPr>
              <a:t>{BULLET_2_TEXT}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0" y="320040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53278"/>
                </a:solidFill>
                <a:latin typeface="Inter"/>
              </a:rPr>
              <a:t>{BULLET_3_NUM}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167360" y="4114800"/>
            <a:ext cx="4572000" cy="0"/>
          </a:xfrm>
          <a:prstGeom prst="line">
            <a:avLst/>
          </a:prstGeom>
          <a:ln w="1270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167360" y="4297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3278"/>
                </a:solidFill>
                <a:latin typeface="Inter"/>
              </a:rPr>
              <a:t>{BULLET_3_TITLE}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0" y="502920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53278"/>
                </a:solidFill>
                <a:latin typeface="Inter"/>
              </a:rPr>
              <a:t>{BULLET_3_TEXT}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0080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53278"/>
                </a:solidFill>
                <a:latin typeface="Inter"/>
              </a:rPr>
              <a:t>{BULLET_4_NUM}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7315200"/>
            <a:ext cx="4572000" cy="0"/>
          </a:xfrm>
          <a:prstGeom prst="line">
            <a:avLst/>
          </a:prstGeom>
          <a:ln w="1270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7498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3278"/>
                </a:solidFill>
                <a:latin typeface="Inter"/>
              </a:rPr>
              <a:t>{BULLET_4_TITLE}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22960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53278"/>
                </a:solidFill>
                <a:latin typeface="Inter"/>
              </a:rPr>
              <a:t>{BULLET_4_TEXT}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640080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53278"/>
                </a:solidFill>
                <a:latin typeface="Inter"/>
              </a:rPr>
              <a:t>{BULLET_5_NUM}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80" y="7315200"/>
            <a:ext cx="4572000" cy="0"/>
          </a:xfrm>
          <a:prstGeom prst="line">
            <a:avLst/>
          </a:prstGeom>
          <a:ln w="1270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40880" y="7498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3278"/>
                </a:solidFill>
                <a:latin typeface="Inter"/>
              </a:rPr>
              <a:t>{BULLET_5_TITLE}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822960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53278"/>
                </a:solidFill>
                <a:latin typeface="Inter"/>
              </a:rPr>
              <a:t>{BULLET_5_TEXT}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3278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253278"/>
                </a:solidFill>
                <a:latin typeface="Inter"/>
              </a:rPr>
              <a:t>{YEAR}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645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253278"/>
                </a:solidFill>
                <a:latin typeface="Inter"/>
              </a:rPr>
              <a:t>{HEADING}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7772400" cy="6400800"/>
          </a:xfrm>
          <a:prstGeom prst="rect">
            <a:avLst/>
          </a:prstGeom>
          <a:solidFill>
            <a:srgbClr val="253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8EFE5"/>
                </a:solidFill>
                <a:latin typeface="Inter"/>
              </a:rPr>
              <a:t>{LEFT_TITLE}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68580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8EFE5"/>
                </a:solidFill>
                <a:latin typeface="Inter"/>
              </a:rPr>
              <a:t>{LEFT_TEXT}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6576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53278"/>
                </a:solidFill>
                <a:latin typeface="Inter"/>
              </a:rPr>
              <a:t>{RIGHT_TITLE}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00"/>
            <a:ext cx="7772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53278"/>
                </a:solidFill>
                <a:latin typeface="Inter"/>
              </a:rPr>
              <a:t>{RIGHT_TEXT}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8EFE5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8EFE5"/>
                </a:solidFill>
                <a:latin typeface="Inter"/>
              </a:rPr>
              <a:t>{YEAR}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645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8EFE5"/>
                </a:solidFill>
                <a:latin typeface="Inter"/>
              </a:rPr>
              <a:t>{HEADING}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886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8EFE5"/>
                </a:solidFill>
                <a:latin typeface="Inter"/>
              </a:rPr>
              <a:t>{STAT_1_VALUE}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6583680"/>
            <a:ext cx="1143000" cy="0"/>
          </a:xfrm>
          <a:prstGeom prst="line">
            <a:avLst/>
          </a:prstGeom>
          <a:ln w="12700">
            <a:solidFill>
              <a:srgbClr val="F8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6858000"/>
            <a:ext cx="3886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8EFE5"/>
                </a:solidFill>
                <a:latin typeface="Inter"/>
              </a:rPr>
              <a:t>{STAT_1_LABEL}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657600"/>
            <a:ext cx="3886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8EFE5"/>
                </a:solidFill>
                <a:latin typeface="Inter"/>
              </a:rPr>
              <a:t>{STAT_2_VALUE}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29400" y="6583680"/>
            <a:ext cx="1143000" cy="0"/>
          </a:xfrm>
          <a:prstGeom prst="line">
            <a:avLst/>
          </a:prstGeom>
          <a:ln w="12700">
            <a:solidFill>
              <a:srgbClr val="F8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57800" y="6858000"/>
            <a:ext cx="3886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8EFE5"/>
                </a:solidFill>
                <a:latin typeface="Inter"/>
              </a:rPr>
              <a:t>{STAT_2_LABEL}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657600"/>
            <a:ext cx="3886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8EFE5"/>
                </a:solidFill>
                <a:latin typeface="Inter"/>
              </a:rPr>
              <a:t>{STAT_3_VALUE}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0" y="6583680"/>
            <a:ext cx="1143000" cy="0"/>
          </a:xfrm>
          <a:prstGeom prst="line">
            <a:avLst/>
          </a:prstGeom>
          <a:ln w="12700">
            <a:solidFill>
              <a:srgbClr val="F8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0" y="6858000"/>
            <a:ext cx="3886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8EFE5"/>
                </a:solidFill>
                <a:latin typeface="Inter"/>
              </a:rPr>
              <a:t>{STAT_3_LABEL}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44600" y="3657600"/>
            <a:ext cx="3886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8EFE5"/>
                </a:solidFill>
                <a:latin typeface="Inter"/>
              </a:rPr>
              <a:t>{STAT_4_VALUE}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316200" y="6583680"/>
            <a:ext cx="1143000" cy="0"/>
          </a:xfrm>
          <a:prstGeom prst="line">
            <a:avLst/>
          </a:prstGeom>
          <a:ln w="12700">
            <a:solidFill>
              <a:srgbClr val="F8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944600" y="6858000"/>
            <a:ext cx="3886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8EFE5"/>
                </a:solidFill>
                <a:latin typeface="Inter"/>
              </a:rPr>
              <a:t>{STAT_4_LABEL}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3278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253278"/>
                </a:solidFill>
                <a:latin typeface="Inter"/>
              </a:rPr>
              <a:t>{YEAR}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0" b="1">
                <a:solidFill>
                  <a:srgbClr val="253278"/>
                </a:solidFill>
                <a:latin typeface="Inter"/>
              </a:rPr>
              <a:t>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200400"/>
            <a:ext cx="128016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253278"/>
                </a:solidFill>
                <a:latin typeface="Inter"/>
              </a:rPr>
              <a:t>{QUOTE_TEXT}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8046720"/>
            <a:ext cx="2286000" cy="0"/>
          </a:xfrm>
          <a:prstGeom prst="line">
            <a:avLst/>
          </a:prstGeom>
          <a:ln w="1905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0" y="8229600"/>
            <a:ext cx="1280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3278"/>
                </a:solidFill>
                <a:latin typeface="Inter"/>
              </a:rPr>
              <a:t>{QUOTE_AUTHOR}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8869680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08E"/>
                </a:solidFill>
                <a:latin typeface="Inter"/>
              </a:rPr>
              <a:t>{QUOTE_ROLE}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3278"/>
                </a:solidFill>
                <a:latin typeface="Inter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253278"/>
                </a:solidFill>
                <a:latin typeface="Inter"/>
              </a:rPr>
              <a:t>{YEAR}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645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53278"/>
                </a:solidFill>
                <a:latin typeface="Inter"/>
              </a:rPr>
              <a:t>{HEADING}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4114800" cy="914400"/>
          </a:xfrm>
          <a:prstGeom prst="rect">
            <a:avLst/>
          </a:prstGeom>
          <a:solidFill>
            <a:srgbClr val="253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2926080"/>
            <a:ext cx="4114800" cy="914400"/>
          </a:xfrm>
          <a:prstGeom prst="rect">
            <a:avLst/>
          </a:prstGeom>
          <a:solidFill>
            <a:srgbClr val="253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4114800" cy="914400"/>
          </a:xfrm>
          <a:prstGeom prst="rect">
            <a:avLst/>
          </a:prstGeom>
          <a:solidFill>
            <a:srgbClr val="253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0" y="2926080"/>
            <a:ext cx="4114800" cy="914400"/>
          </a:xfrm>
          <a:prstGeom prst="rect">
            <a:avLst/>
          </a:prstGeom>
          <a:solidFill>
            <a:srgbClr val="253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EFE5"/>
                </a:solidFill>
                <a:latin typeface="Inter"/>
              </a:rPr>
              <a:t>{COL_1_HEADER}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108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EFE5"/>
                </a:solidFill>
                <a:latin typeface="Inter"/>
              </a:rPr>
              <a:t>{COL_2_HEADER}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108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EFE5"/>
                </a:solidFill>
                <a:latin typeface="Inter"/>
              </a:rPr>
              <a:t>{COL_3_HEADER}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0" y="3108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EFE5"/>
                </a:solidFill>
                <a:latin typeface="Inter"/>
              </a:rPr>
              <a:t>{COL_4_HEADER}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5212080"/>
            <a:ext cx="16459200" cy="0"/>
          </a:xfrm>
          <a:prstGeom prst="line">
            <a:avLst/>
          </a:prstGeom>
          <a:ln w="635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20" y="420624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{R1_C1}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20624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{R1_C2}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20624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{R1_C3}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0" y="420624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{R1_C4}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6492240"/>
            <a:ext cx="16459200" cy="0"/>
          </a:xfrm>
          <a:prstGeom prst="line">
            <a:avLst/>
          </a:prstGeom>
          <a:ln w="635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88720" y="54864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{R2_C1}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4864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{R2_C2}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54864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{R2_C3}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0" y="54864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{R2_C4}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7772400"/>
            <a:ext cx="16459200" cy="0"/>
          </a:xfrm>
          <a:prstGeom prst="line">
            <a:avLst/>
          </a:prstGeom>
          <a:ln w="635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88720" y="67665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{R3_C1}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67665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{R3_C2}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67665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{R3_C3}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0" y="67665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{R3_C4}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9052560"/>
            <a:ext cx="16459200" cy="0"/>
          </a:xfrm>
          <a:prstGeom prst="line">
            <a:avLst/>
          </a:prstGeom>
          <a:ln w="635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88720" y="80467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{R4_C1}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80467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{R4_C2}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80467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{R4_C3}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80467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278"/>
                </a:solidFill>
                <a:latin typeface="Inter"/>
              </a:rPr>
              <a:t>{R4_C4}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2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8288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0" b="1">
                <a:solidFill>
                  <a:srgbClr val="F8EFE5"/>
                </a:solidFill>
                <a:latin typeface="Inter"/>
              </a:rPr>
              <a:t>{CLOSING_HEADLINE}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0" y="5943600"/>
            <a:ext cx="1828800" cy="0"/>
          </a:xfrm>
          <a:prstGeom prst="line">
            <a:avLst/>
          </a:prstGeom>
          <a:ln w="12700">
            <a:solidFill>
              <a:srgbClr val="F8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40080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8EFE5"/>
                </a:solidFill>
                <a:latin typeface="Inter"/>
              </a:rPr>
              <a:t>{CLOSING_SUBTITLE}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32688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8EFE5"/>
                </a:solidFill>
                <a:latin typeface="Inter"/>
              </a:rPr>
              <a:t>{CONTACTS}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fic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3278"/>
                </a:solidFill>
                <a:latin typeface="Inter"/>
              </a:rPr>
              <a:t>{DECK_LABEL}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784080" y="3017520"/>
            <a:ext cx="1188720" cy="0"/>
          </a:xfrm>
          <a:prstGeom prst="line">
            <a:avLst/>
          </a:prstGeom>
          <a:ln w="3810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32004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3278"/>
                </a:solidFill>
                <a:latin typeface="Inter"/>
              </a:rPr>
              <a:t>{KICKER}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3931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253278"/>
                </a:solidFill>
                <a:latin typeface="Inter"/>
              </a:rPr>
              <a:t>{HEADING}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217920"/>
            <a:ext cx="80467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53278"/>
                </a:solidFill>
                <a:latin typeface="Inter"/>
              </a:rPr>
              <a:t>{BODY_TEXT}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etin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27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{DECK_LABEL}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53278"/>
                </a:solidFill>
                <a:latin typeface="Inter"/>
              </a:rPr>
              <a:t>{KICKER}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645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Inter"/>
              </a:rPr>
              <a:t>{HEADING}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0" y="7132320"/>
            <a:ext cx="1828800" cy="0"/>
          </a:xfrm>
          <a:prstGeom prst="line">
            <a:avLst/>
          </a:prstGeom>
          <a:ln w="25400">
            <a:solidFill>
              <a:srgbClr val="253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0" y="7406640"/>
            <a:ext cx="1463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Inter"/>
              </a:rPr>
              <a:t>{BODY_TEXT}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