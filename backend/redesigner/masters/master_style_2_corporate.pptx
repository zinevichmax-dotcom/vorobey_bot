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801600" y="-1828800"/>
            <a:ext cx="9144000" cy="9144000"/>
          </a:xfrm>
          <a:prstGeom prst="ellipse">
            <a:avLst/>
          </a:prstGeom>
          <a:solidFill>
            <a:srgbClr val="6B9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-914400"/>
            <a:ext cx="6400800" cy="6400800"/>
          </a:xfrm>
          <a:prstGeom prst="ellipse">
            <a:avLst/>
          </a:prstGeom>
          <a:solidFill>
            <a:srgbClr val="E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700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4629A"/>
                </a:solidFill>
                <a:latin typeface="Lato"/>
              </a:rPr>
              <a:t>{DECK_LABEL}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2801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0" i="0">
                <a:solidFill>
                  <a:srgbClr val="1A1A1A"/>
                </a:solidFill>
                <a:latin typeface="Source Serif Pro"/>
              </a:rPr>
              <a:t>{TITLE}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2801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0" i="0">
                <a:solidFill>
                  <a:srgbClr val="24629A"/>
                </a:solidFill>
                <a:latin typeface="Source Serif Pro"/>
              </a:rPr>
              <a:t>{TITLE_ACCENT}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7772400"/>
            <a:ext cx="16459200" cy="0"/>
          </a:xfrm>
          <a:prstGeom prst="line">
            <a:avLst/>
          </a:prstGeom>
          <a:ln w="12700">
            <a:solidFill>
              <a:srgbClr val="246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8138160"/>
            <a:ext cx="1645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Lato"/>
              </a:rPr>
              <a:t>{SUBTITLE}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24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6400800"/>
            <a:ext cx="7315200" cy="7315200"/>
          </a:xfrm>
          <a:prstGeom prst="ellipse">
            <a:avLst/>
          </a:prstGeom>
          <a:solidFill>
            <a:srgbClr val="6B9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ato"/>
              </a:rPr>
              <a:t>{SECTION_NUM}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7315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Source Serif Pro"/>
              </a:rPr>
              <a:t>{SECTION_TITLE}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38912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085"/>
                </a:solidFill>
                <a:latin typeface="Lato"/>
              </a:rPr>
              <a:t>{SECTION_LABEL}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4937760"/>
            <a:ext cx="7772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Lato"/>
              </a:rPr>
              <a:t>{SECTION_DESCRIPTION}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700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4629A"/>
                </a:solidFill>
                <a:latin typeface="Lato"/>
              </a:rPr>
              <a:t>{DECK_LABEL}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0" i="0">
                <a:solidFill>
                  <a:srgbClr val="24629A"/>
                </a:solidFill>
                <a:latin typeface="Source Serif Pro"/>
              </a:rPr>
              <a:t>{HEADING}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645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6B7085"/>
                </a:solidFill>
                <a:latin typeface="Lato"/>
              </a:rPr>
              <a:t>{LEAD}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4206240"/>
            <a:ext cx="1828800" cy="0"/>
          </a:xfrm>
          <a:prstGeom prst="line">
            <a:avLst/>
          </a:prstGeom>
          <a:ln w="25400">
            <a:solidFill>
              <a:srgbClr val="246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4572000"/>
            <a:ext cx="1645920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Lato"/>
              </a:rPr>
              <a:t>{BODY_TEXT}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700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4629A"/>
                </a:solidFill>
                <a:latin typeface="Lato"/>
              </a:rPr>
              <a:t>{DECK_LABEL}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645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24629A"/>
                </a:solidFill>
                <a:latin typeface="Source Serif Pro"/>
              </a:rPr>
              <a:t>{HEADING}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3291840"/>
            <a:ext cx="822960" cy="822960"/>
          </a:xfrm>
          <a:prstGeom prst="ellipse">
            <a:avLst/>
          </a:prstGeom>
          <a:solidFill>
            <a:srgbClr val="24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Lato"/>
              </a:rPr>
              <a:t>{BULLET_1_NUM}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91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Lato"/>
              </a:rPr>
              <a:t>{BULLET_1_TITLE}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749040"/>
            <a:ext cx="1463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085"/>
                </a:solidFill>
                <a:latin typeface="Lato"/>
              </a:rPr>
              <a:t>{BULLET_1_TEXT}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4526280"/>
            <a:ext cx="822960" cy="822960"/>
          </a:xfrm>
          <a:prstGeom prst="ellipse">
            <a:avLst/>
          </a:prstGeom>
          <a:solidFill>
            <a:srgbClr val="24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Lato"/>
              </a:rPr>
              <a:t>{BULLET_2_NUM}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4526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Lato"/>
              </a:rPr>
              <a:t>{BULLET_2_TITLE}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983480"/>
            <a:ext cx="1463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085"/>
                </a:solidFill>
                <a:latin typeface="Lato"/>
              </a:rPr>
              <a:t>{BULLET_2_TEXT}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5760720"/>
            <a:ext cx="822960" cy="822960"/>
          </a:xfrm>
          <a:prstGeom prst="ellipse">
            <a:avLst/>
          </a:prstGeom>
          <a:solidFill>
            <a:srgbClr val="24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Lato"/>
              </a:rPr>
              <a:t>{BULLET_3_NUM}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7607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Lato"/>
              </a:rPr>
              <a:t>{BULLET_3_TITLE}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6217920"/>
            <a:ext cx="1463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085"/>
                </a:solidFill>
                <a:latin typeface="Lato"/>
              </a:rPr>
              <a:t>{BULLET_3_TEXT}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6995160"/>
            <a:ext cx="822960" cy="822960"/>
          </a:xfrm>
          <a:prstGeom prst="ellipse">
            <a:avLst/>
          </a:prstGeom>
          <a:solidFill>
            <a:srgbClr val="24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9951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Lato"/>
              </a:rPr>
              <a:t>{BULLET_4_NUM}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69951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Lato"/>
              </a:rPr>
              <a:t>{BULLET_4_TITLE}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7452360"/>
            <a:ext cx="1463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085"/>
                </a:solidFill>
                <a:latin typeface="Lato"/>
              </a:rPr>
              <a:t>{BULLET_4_TEXT}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8229600"/>
            <a:ext cx="822960" cy="822960"/>
          </a:xfrm>
          <a:prstGeom prst="ellipse">
            <a:avLst/>
          </a:prstGeom>
          <a:solidFill>
            <a:srgbClr val="24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82296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Lato"/>
              </a:rPr>
              <a:t>{BULLET_5_NUM}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8229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Lato"/>
              </a:rPr>
              <a:t>{BULLET_5_TITLE}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8686800"/>
            <a:ext cx="1463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085"/>
                </a:solidFill>
                <a:latin typeface="Lato"/>
              </a:rPr>
              <a:t>{BULLET_5_TEXT}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700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4629A"/>
                </a:solidFill>
                <a:latin typeface="Lato"/>
              </a:rPr>
              <a:t>{DECK_LABEL}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645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24629A"/>
                </a:solidFill>
                <a:latin typeface="Source Serif Pro"/>
              </a:rPr>
              <a:t>{HEADING}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00400"/>
            <a:ext cx="7955279" cy="6583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7040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4629A"/>
                </a:solidFill>
                <a:latin typeface="Lato"/>
              </a:rPr>
              <a:t>{LEFT_LABEL}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70408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Source Serif Pro"/>
              </a:rPr>
              <a:t>{LEFT_TITLE}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71600" y="5212080"/>
            <a:ext cx="1371600" cy="0"/>
          </a:xfrm>
          <a:prstGeom prst="line">
            <a:avLst/>
          </a:prstGeom>
          <a:ln w="19050">
            <a:solidFill>
              <a:srgbClr val="246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71600" y="5394960"/>
            <a:ext cx="7040879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Lato"/>
              </a:rPr>
              <a:t>{LEFT_TEXT}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3200400"/>
            <a:ext cx="7955279" cy="6583680"/>
          </a:xfrm>
          <a:prstGeom prst="roundRect">
            <a:avLst/>
          </a:prstGeom>
          <a:solidFill>
            <a:srgbClr val="24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3657600"/>
            <a:ext cx="7040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Lato"/>
              </a:rPr>
              <a:t>{RIGHT_LABEL}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4114800"/>
            <a:ext cx="70408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ource Serif Pro"/>
              </a:rPr>
              <a:t>{RIGHT_TITLE}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875520" y="5212080"/>
            <a:ext cx="13716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875520" y="5394960"/>
            <a:ext cx="7040879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Lato"/>
              </a:rPr>
              <a:t>{RIGHT_TEXT}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630400" y="-1828800"/>
            <a:ext cx="7315200" cy="7315200"/>
          </a:xfrm>
          <a:prstGeom prst="ellipse">
            <a:avLst/>
          </a:prstGeom>
          <a:solidFill>
            <a:srgbClr val="6B9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700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4629A"/>
                </a:solidFill>
                <a:latin typeface="Lato"/>
              </a:rPr>
              <a:t>{DECK_LABEL}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645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24629A"/>
                </a:solidFill>
                <a:latin typeface="Source Serif Pro"/>
              </a:rPr>
              <a:t>{HEADING}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645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7085"/>
                </a:solidFill>
                <a:latin typeface="Lato"/>
              </a:rPr>
              <a:t>{SUBTITLE}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4629A"/>
                </a:solidFill>
                <a:latin typeface="Lato"/>
              </a:rPr>
              <a:t>{STAT_1_CATEGORY}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5029200"/>
            <a:ext cx="1371600" cy="0"/>
          </a:xfrm>
          <a:prstGeom prst="line">
            <a:avLst/>
          </a:prstGeom>
          <a:ln w="25400">
            <a:solidFill>
              <a:srgbClr val="246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5303520"/>
            <a:ext cx="4023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0">
                <a:solidFill>
                  <a:srgbClr val="1A1A1A"/>
                </a:solidFill>
                <a:latin typeface="Source Serif Pro"/>
              </a:rPr>
              <a:t>{STAT_1_VALUE}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7498079"/>
            <a:ext cx="40233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085"/>
                </a:solidFill>
                <a:latin typeface="Lato"/>
              </a:rPr>
              <a:t>{STAT_1_LABEL}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5720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4629A"/>
                </a:solidFill>
                <a:latin typeface="Lato"/>
              </a:rPr>
              <a:t>{STAT_2_CATEGORY}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12080" y="5029200"/>
            <a:ext cx="1371600" cy="0"/>
          </a:xfrm>
          <a:prstGeom prst="line">
            <a:avLst/>
          </a:prstGeom>
          <a:ln w="25400">
            <a:solidFill>
              <a:srgbClr val="246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12080" y="5303520"/>
            <a:ext cx="4023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0">
                <a:solidFill>
                  <a:srgbClr val="1A1A1A"/>
                </a:solidFill>
                <a:latin typeface="Source Serif Pro"/>
              </a:rPr>
              <a:t>{STAT_2_VALUE}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7498079"/>
            <a:ext cx="40233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085"/>
                </a:solidFill>
                <a:latin typeface="Lato"/>
              </a:rPr>
              <a:t>{STAT_2_LABEL}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45720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4629A"/>
                </a:solidFill>
                <a:latin typeface="Lato"/>
              </a:rPr>
              <a:t>{STAT_3_CATEGORY}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09760" y="5029200"/>
            <a:ext cx="1371600" cy="0"/>
          </a:xfrm>
          <a:prstGeom prst="line">
            <a:avLst/>
          </a:prstGeom>
          <a:ln w="25400">
            <a:solidFill>
              <a:srgbClr val="246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509760" y="5303520"/>
            <a:ext cx="4023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0">
                <a:solidFill>
                  <a:srgbClr val="1A1A1A"/>
                </a:solidFill>
                <a:latin typeface="Source Serif Pro"/>
              </a:rPr>
              <a:t>{STAT_3_VALUE}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7498079"/>
            <a:ext cx="40233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085"/>
                </a:solidFill>
                <a:latin typeface="Lato"/>
              </a:rPr>
              <a:t>{STAT_3_LABEL}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07440" y="45720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4629A"/>
                </a:solidFill>
                <a:latin typeface="Lato"/>
              </a:rPr>
              <a:t>{STAT_4_CATEGORY}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807440" y="5029200"/>
            <a:ext cx="1371600" cy="0"/>
          </a:xfrm>
          <a:prstGeom prst="line">
            <a:avLst/>
          </a:prstGeom>
          <a:ln w="25400">
            <a:solidFill>
              <a:srgbClr val="246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807440" y="5303520"/>
            <a:ext cx="4023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0">
                <a:solidFill>
                  <a:srgbClr val="1A1A1A"/>
                </a:solidFill>
                <a:latin typeface="Source Serif Pro"/>
              </a:rPr>
              <a:t>{STAT_4_VALUE}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07440" y="7498079"/>
            <a:ext cx="40233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B7085"/>
                </a:solidFill>
                <a:latin typeface="Lato"/>
              </a:rPr>
              <a:t>{STAT_4_LABEL}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6B9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544800" y="7315200"/>
            <a:ext cx="6400800" cy="6400800"/>
          </a:xfrm>
          <a:prstGeom prst="ellipse">
            <a:avLst/>
          </a:prstGeom>
          <a:solidFill>
            <a:srgbClr val="E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700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4629A"/>
                </a:solidFill>
                <a:latin typeface="Lato"/>
              </a:rPr>
              <a:t>{DECK_LABEL}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8600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0" i="0">
                <a:solidFill>
                  <a:srgbClr val="24629A"/>
                </a:solidFill>
                <a:latin typeface="Source Serif Pro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200400"/>
            <a:ext cx="118872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1">
                <a:solidFill>
                  <a:srgbClr val="1A1A1A"/>
                </a:solidFill>
                <a:latin typeface="Source Serif Pro"/>
              </a:rPr>
              <a:t>{QUOTE_TEXT}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7772400"/>
            <a:ext cx="1828800" cy="0"/>
          </a:xfrm>
          <a:prstGeom prst="line">
            <a:avLst/>
          </a:prstGeom>
          <a:ln w="25400">
            <a:solidFill>
              <a:srgbClr val="246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7955279"/>
            <a:ext cx="1280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4629A"/>
                </a:solidFill>
                <a:latin typeface="Lato"/>
              </a:rPr>
              <a:t>{QUOTE_AUTHOR}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8503920"/>
            <a:ext cx="1280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085"/>
                </a:solidFill>
                <a:latin typeface="Lato"/>
              </a:rPr>
              <a:t>{QUOTE_ROLE}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700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4629A"/>
                </a:solidFill>
                <a:latin typeface="Lato"/>
              </a:rPr>
              <a:t>{DECK_LABEL}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645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24629A"/>
                </a:solidFill>
                <a:latin typeface="Source Serif Pro"/>
              </a:rPr>
              <a:t>{HEADING}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16459200" cy="822960"/>
          </a:xfrm>
          <a:prstGeom prst="rect">
            <a:avLst/>
          </a:prstGeom>
          <a:solidFill>
            <a:srgbClr val="246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3375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ato"/>
              </a:rPr>
              <a:t>{COL_1_HEADER}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33375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ato"/>
              </a:rPr>
              <a:t>{COL_2_HEADER}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33375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ato"/>
              </a:rPr>
              <a:t>{COL_3_HEADER}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0" y="333756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ato"/>
              </a:rPr>
              <a:t>{COL_4_HEADER}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164592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14400" y="5303520"/>
            <a:ext cx="16459200" cy="0"/>
          </a:xfrm>
          <a:prstGeom prst="line">
            <a:avLst/>
          </a:prstGeom>
          <a:ln w="3810">
            <a:solidFill>
              <a:srgbClr val="6B9A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88720" y="43891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Lato"/>
              </a:rPr>
              <a:t>{R1_C1}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3891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Lato"/>
              </a:rPr>
              <a:t>{R1_C2}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43891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Lato"/>
              </a:rPr>
              <a:t>{R1_C3}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0" y="43891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Lato"/>
              </a:rPr>
              <a:t>{R1_C4}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6492240"/>
            <a:ext cx="16459200" cy="0"/>
          </a:xfrm>
          <a:prstGeom prst="line">
            <a:avLst/>
          </a:prstGeom>
          <a:ln w="3810">
            <a:solidFill>
              <a:srgbClr val="6B9A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88720" y="55778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Lato"/>
              </a:rPr>
              <a:t>{R2_C1}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5778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Lato"/>
              </a:rPr>
              <a:t>{R2_C2}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55778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Lato"/>
              </a:rPr>
              <a:t>{R2_C3}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0" y="55778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Lato"/>
              </a:rPr>
              <a:t>{R2_C4}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6492240"/>
            <a:ext cx="164592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14400" y="7680960"/>
            <a:ext cx="16459200" cy="0"/>
          </a:xfrm>
          <a:prstGeom prst="line">
            <a:avLst/>
          </a:prstGeom>
          <a:ln w="3810">
            <a:solidFill>
              <a:srgbClr val="6B9A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88720" y="67665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Lato"/>
              </a:rPr>
              <a:t>{R3_C1}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67665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Lato"/>
              </a:rPr>
              <a:t>{R3_C2}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67665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Lato"/>
              </a:rPr>
              <a:t>{R3_C3}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0" y="67665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Lato"/>
              </a:rPr>
              <a:t>{R3_C4}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8869680"/>
            <a:ext cx="16459200" cy="0"/>
          </a:xfrm>
          <a:prstGeom prst="line">
            <a:avLst/>
          </a:prstGeom>
          <a:ln w="3810">
            <a:solidFill>
              <a:srgbClr val="6B9A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88720" y="79552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Lato"/>
              </a:rPr>
              <a:t>{R4_C1}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79552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Lato"/>
              </a:rPr>
              <a:t>{R4_C2}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79552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Lato"/>
              </a:rPr>
              <a:t>{R4_C3}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0" y="79552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Lato"/>
              </a:rPr>
              <a:t>{R4_C4}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-2743200"/>
            <a:ext cx="10972800" cy="10972800"/>
          </a:xfrm>
          <a:prstGeom prst="ellipse">
            <a:avLst/>
          </a:prstGeom>
          <a:solidFill>
            <a:srgbClr val="6B9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801600" y="4572000"/>
            <a:ext cx="9144000" cy="9144000"/>
          </a:xfrm>
          <a:prstGeom prst="ellipse">
            <a:avLst/>
          </a:prstGeom>
          <a:solidFill>
            <a:srgbClr val="E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6459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0" b="0" i="0">
                <a:solidFill>
                  <a:srgbClr val="24629A"/>
                </a:solidFill>
                <a:latin typeface="Source Serif Pro"/>
              </a:rPr>
              <a:t>{CLOSING_HEADLINE}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0" y="5943600"/>
            <a:ext cx="1828800" cy="0"/>
          </a:xfrm>
          <a:prstGeom prst="line">
            <a:avLst/>
          </a:prstGeom>
          <a:ln w="25400">
            <a:solidFill>
              <a:srgbClr val="246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6400800"/>
            <a:ext cx="1645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1">
                <a:solidFill>
                  <a:srgbClr val="1A1A1A"/>
                </a:solidFill>
                <a:latin typeface="Lato"/>
              </a:rPr>
              <a:t>{CLOSING_SUBTITLE}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32688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B7085"/>
                </a:solidFill>
                <a:latin typeface="Lato"/>
              </a:rPr>
              <a:t>{CONTACTS}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fic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4629A"/>
                </a:solidFill>
                <a:latin typeface="Lato"/>
              </a:rPr>
              <a:t>{DECK_LABEL}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784080" y="3017520"/>
            <a:ext cx="1188720" cy="0"/>
          </a:xfrm>
          <a:prstGeom prst="line">
            <a:avLst/>
          </a:prstGeom>
          <a:ln w="38100">
            <a:solidFill>
              <a:srgbClr val="246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784080" y="320040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4629A"/>
                </a:solidFill>
                <a:latin typeface="Lato"/>
              </a:rPr>
              <a:t>{KICKER}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393192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A1A1A"/>
                </a:solidFill>
                <a:latin typeface="Source Serif Pro"/>
              </a:rPr>
              <a:t>{HEADING}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217920"/>
            <a:ext cx="80467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Lato"/>
              </a:rPr>
              <a:t>{BODY_TEXT}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etin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4629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700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Lato"/>
              </a:rPr>
              <a:t>{DECK_LABEL}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645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24629A"/>
                </a:solidFill>
                <a:latin typeface="Lato"/>
              </a:rPr>
              <a:t>{KICKER}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6459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Source Serif Pro"/>
              </a:rPr>
              <a:t>{HEADING}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0" y="7132320"/>
            <a:ext cx="1828800" cy="0"/>
          </a:xfrm>
          <a:prstGeom prst="line">
            <a:avLst/>
          </a:prstGeom>
          <a:ln w="25400">
            <a:solidFill>
              <a:srgbClr val="246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28800" y="7406640"/>
            <a:ext cx="1463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Lato"/>
              </a:rPr>
              <a:t>{BODY_TEXT}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