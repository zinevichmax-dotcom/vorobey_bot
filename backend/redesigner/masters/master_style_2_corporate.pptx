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2801600" y="-1828800"/>
            <a:ext cx="9144000" cy="9144000"/>
          </a:xfrm>
          <a:prstGeom prst="ellipse">
            <a:avLst/>
          </a:prstGeom>
          <a:solidFill>
            <a:srgbClr val="6B9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-914400"/>
            <a:ext cx="6400800" cy="6400800"/>
          </a:xfrm>
          <a:prstGeom prst="ellipse">
            <a:avLst/>
          </a:prstGeom>
          <a:solidFill>
            <a:srgbClr val="E8A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2801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1A1A1A"/>
                </a:solidFill>
                <a:latin typeface="Source Serif Pro"/>
              </a:rPr>
              <a:t>{TITLE}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2801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24629A"/>
                </a:solidFill>
                <a:latin typeface="Source Serif Pro"/>
              </a:rPr>
              <a:t>{TITLE_ACCENT}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7772400"/>
            <a:ext cx="16459200" cy="0"/>
          </a:xfrm>
          <a:prstGeom prst="line">
            <a:avLst/>
          </a:prstGeom>
          <a:ln w="127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81381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Lato"/>
              </a:rPr>
              <a:t>{SUBTITLE}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6400800"/>
            <a:ext cx="7315200" cy="7315200"/>
          </a:xfrm>
          <a:prstGeom prst="ellipse">
            <a:avLst/>
          </a:prstGeom>
          <a:solidFill>
            <a:srgbClr val="6B9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Lato"/>
              </a:rPr>
              <a:t>{SECTION_NUM}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7315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Source Serif Pro"/>
              </a:rPr>
              <a:t>{SECTION_TITLE}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38912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085"/>
                </a:solidFill>
                <a:latin typeface="Lato"/>
              </a:rPr>
              <a:t>ОБ ЭТОМ РАЗДЕЛЕ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4937760"/>
            <a:ext cx="7772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Lato"/>
              </a:rPr>
              <a:t>{SECTION_DESCRIPTION}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24629A"/>
                </a:solidFill>
                <a:latin typeface="Source Serif Pro"/>
              </a:rPr>
              <a:t>{HEADING}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6B7085"/>
                </a:solidFill>
                <a:latin typeface="Lato"/>
              </a:rPr>
              <a:t>{LEAD}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4206240"/>
            <a:ext cx="18288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572000"/>
            <a:ext cx="1645920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Lato"/>
              </a:rPr>
              <a:t>{BODY_TEXT}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24629A"/>
                </a:solidFill>
                <a:latin typeface="Source Serif Pro"/>
              </a:rPr>
              <a:t>{HEADING}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3291840"/>
            <a:ext cx="822960" cy="822960"/>
          </a:xfrm>
          <a:prstGeom prst="ellipse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ato"/>
              </a:rPr>
              <a:t>{BULLET_1_NUM}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2918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Lato"/>
              </a:rPr>
              <a:t>{BULLET_1_TITLE}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74904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{BULLET_1_TEXT}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4526280"/>
            <a:ext cx="822960" cy="822960"/>
          </a:xfrm>
          <a:prstGeom prst="ellipse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ato"/>
              </a:rPr>
              <a:t>{BULLET_2_NUM}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Lato"/>
              </a:rPr>
              <a:t>{BULLET_2_TITLE}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9834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{BULLET_2_TEXT}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5760720"/>
            <a:ext cx="822960" cy="822960"/>
          </a:xfrm>
          <a:prstGeom prst="ellipse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ato"/>
              </a:rPr>
              <a:t>{BULLET_3_NUM}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Lato"/>
              </a:rPr>
              <a:t>{BULLET_3_TITLE}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621792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{BULLET_3_TEXT}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6995160"/>
            <a:ext cx="822960" cy="822960"/>
          </a:xfrm>
          <a:prstGeom prst="ellipse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9951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ato"/>
              </a:rPr>
              <a:t>{BULLET_4_NUM}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6995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Lato"/>
              </a:rPr>
              <a:t>{BULLET_4_TITLE}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745236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{BULLET_4_TEXT}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8229600"/>
            <a:ext cx="822960" cy="822960"/>
          </a:xfrm>
          <a:prstGeom prst="ellipse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22960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ato"/>
              </a:rPr>
              <a:t>{BULLET_5_NUM}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8229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Lato"/>
              </a:rPr>
              <a:t>{BULLET_5_TITLE}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868680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{BULLET_5_TEXT}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24629A"/>
                </a:solidFill>
                <a:latin typeface="Source Serif Pro"/>
              </a:rPr>
              <a:t>{HEADING}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00400"/>
            <a:ext cx="7955279" cy="6583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7040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ЛЕВАЯ СТОРОНА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7040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Source Serif Pro"/>
              </a:rPr>
              <a:t>{LEFT_TITLE}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5212080"/>
            <a:ext cx="1371600" cy="0"/>
          </a:xfrm>
          <a:prstGeom prst="line">
            <a:avLst/>
          </a:prstGeom>
          <a:ln w="1905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71600" y="5394960"/>
            <a:ext cx="7040879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Lato"/>
              </a:rPr>
              <a:t>{LEFT_TEXT}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3200400"/>
            <a:ext cx="7955279" cy="6583680"/>
          </a:xfrm>
          <a:prstGeom prst="roundRect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0"/>
            <a:ext cx="7040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Lato"/>
              </a:rPr>
              <a:t>ПРАВАЯ СТОРОНА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4114800"/>
            <a:ext cx="7040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ource Serif Pro"/>
              </a:rPr>
              <a:t>{RIGHT_TITLE}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75520" y="5212080"/>
            <a:ext cx="13716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875520" y="5394960"/>
            <a:ext cx="7040879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Lato"/>
              </a:rPr>
              <a:t>{RIGHT_TEXT}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630400" y="-1828800"/>
            <a:ext cx="7315200" cy="7315200"/>
          </a:xfrm>
          <a:prstGeom prst="ellipse">
            <a:avLst/>
          </a:prstGeom>
          <a:solidFill>
            <a:srgbClr val="6B9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24629A"/>
                </a:solidFill>
                <a:latin typeface="Source Serif Pro"/>
              </a:rPr>
              <a:t>{HEADING}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6B7085"/>
                </a:solidFill>
                <a:latin typeface="Lato"/>
              </a:rPr>
              <a:t>{SUBTITLE}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{STAT_1_CATEGORY}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5029200"/>
            <a:ext cx="13716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530352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1A1A1A"/>
                </a:solidFill>
                <a:latin typeface="Source Serif Pro"/>
              </a:rPr>
              <a:t>{STAT_1_VALUE}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498079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{STAT_1_LABEL}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{STAT_2_CATEGORY}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12080" y="5029200"/>
            <a:ext cx="13716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12080" y="530352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1A1A1A"/>
                </a:solidFill>
                <a:latin typeface="Source Serif Pro"/>
              </a:rPr>
              <a:t>{STAT_2_VALUE}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7498079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{STAT_2_LABEL}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{STAT_3_CATEGORY}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5029200"/>
            <a:ext cx="13716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9760" y="530352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1A1A1A"/>
                </a:solidFill>
                <a:latin typeface="Source Serif Pro"/>
              </a:rPr>
              <a:t>{STAT_3_VALUE}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7498079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{STAT_3_LABEL}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{STAT_4_CATEGORY}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07440" y="5029200"/>
            <a:ext cx="13716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807440" y="530352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1A1A1A"/>
                </a:solidFill>
                <a:latin typeface="Source Serif Pro"/>
              </a:rPr>
              <a:t>{STAT_4_VALUE}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0" y="7498079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085"/>
                </a:solidFill>
                <a:latin typeface="Lato"/>
              </a:rPr>
              <a:t>{STAT_4_LABEL}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6B9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44800" y="7315200"/>
            <a:ext cx="6400800" cy="6400800"/>
          </a:xfrm>
          <a:prstGeom prst="ellipse">
            <a:avLst/>
          </a:prstGeom>
          <a:solidFill>
            <a:srgbClr val="E8A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2743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0" i="0">
                <a:solidFill>
                  <a:srgbClr val="24629A"/>
                </a:solidFill>
                <a:latin typeface="Source Serif Pro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11887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1">
                <a:solidFill>
                  <a:srgbClr val="1A1A1A"/>
                </a:solidFill>
                <a:latin typeface="Source Serif Pro"/>
              </a:rPr>
              <a:t>{QUOTE_TEXT}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7772400"/>
            <a:ext cx="18288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7955279"/>
            <a:ext cx="1280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4629A"/>
                </a:solidFill>
                <a:latin typeface="Lato"/>
              </a:rPr>
              <a:t>{QUOTE_AUTHOR}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8503920"/>
            <a:ext cx="1280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085"/>
                </a:solidFill>
                <a:latin typeface="Lato"/>
              </a:rPr>
              <a:t>{QUOTE_ROLE}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24629A"/>
                </a:solidFill>
                <a:latin typeface="Source Serif Pro"/>
              </a:rPr>
              <a:t>{HEADING}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16459200" cy="822960"/>
          </a:xfrm>
          <a:prstGeom prst="rect">
            <a:avLst/>
          </a:prstGeom>
          <a:solidFill>
            <a:srgbClr val="246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3375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ato"/>
              </a:rPr>
              <a:t>{COL_1_HEADER}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33375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ato"/>
              </a:rPr>
              <a:t>{COL_2_HEADER}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33375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ato"/>
              </a:rPr>
              <a:t>{COL_3_HEADER}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33375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ato"/>
              </a:rPr>
              <a:t>{COL_4_HEADER}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164592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14400" y="5303520"/>
            <a:ext cx="16459200" cy="0"/>
          </a:xfrm>
          <a:prstGeom prst="line">
            <a:avLst/>
          </a:prstGeom>
          <a:ln w="3810">
            <a:solidFill>
              <a:srgbClr val="6B9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438912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{R1_C1}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38912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{R1_C2}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438912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{R1_C3}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0" y="438912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{R1_C4}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6492240"/>
            <a:ext cx="16459200" cy="0"/>
          </a:xfrm>
          <a:prstGeom prst="line">
            <a:avLst/>
          </a:prstGeom>
          <a:ln w="3810">
            <a:solidFill>
              <a:srgbClr val="6B9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88720" y="5577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{R2_C1}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5577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{R2_C2}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577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{R2_C3}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0" y="5577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{R2_C4}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492240"/>
            <a:ext cx="164592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" y="7680960"/>
            <a:ext cx="16459200" cy="0"/>
          </a:xfrm>
          <a:prstGeom prst="line">
            <a:avLst/>
          </a:prstGeom>
          <a:ln w="3810">
            <a:solidFill>
              <a:srgbClr val="6B9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88720" y="6766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{R3_C1}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6766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{R3_C2}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766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{R3_C3}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0" y="6766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{R3_C4}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8869680"/>
            <a:ext cx="16459200" cy="0"/>
          </a:xfrm>
          <a:prstGeom prst="line">
            <a:avLst/>
          </a:prstGeom>
          <a:ln w="3810">
            <a:solidFill>
              <a:srgbClr val="6B9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88720" y="79552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{R4_C1}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79552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{R4_C2}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79552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{R4_C3}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0" y="79552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Lato"/>
              </a:rPr>
              <a:t>{R4_C4}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743200" y="-2743200"/>
            <a:ext cx="10972800" cy="10972800"/>
          </a:xfrm>
          <a:prstGeom prst="ellipse">
            <a:avLst/>
          </a:prstGeom>
          <a:solidFill>
            <a:srgbClr val="6B9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801600" y="4572000"/>
            <a:ext cx="9144000" cy="9144000"/>
          </a:xfrm>
          <a:prstGeom prst="ellipse">
            <a:avLst/>
          </a:prstGeom>
          <a:solidFill>
            <a:srgbClr val="E8A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6459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400" b="0" i="0">
                <a:solidFill>
                  <a:srgbClr val="24629A"/>
                </a:solidFill>
                <a:latin typeface="Source Serif Pro"/>
              </a:rPr>
              <a:t>{CLOSING_HEADLINE}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0" y="5943600"/>
            <a:ext cx="18288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640080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1A"/>
                </a:solidFill>
                <a:latin typeface="Lato"/>
              </a:rPr>
              <a:t>{CLOSING_SUBTITLE}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3268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6B7085"/>
                </a:solidFill>
                <a:latin typeface="Lato"/>
              </a:rPr>
              <a:t>{CONTACTS}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fic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0" y="457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{DECK_LABEL}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784080" y="3017520"/>
            <a:ext cx="1188720" cy="0"/>
          </a:xfrm>
          <a:prstGeom prst="line">
            <a:avLst/>
          </a:prstGeom>
          <a:ln w="381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784080" y="32004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4629A"/>
                </a:solidFill>
                <a:latin typeface="Lato"/>
              </a:rPr>
              <a:t>{KICKER}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393192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Source Serif Pro"/>
              </a:rPr>
              <a:t>{HEADING}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6217920"/>
            <a:ext cx="80467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Lato"/>
              </a:rPr>
              <a:t>{BODY_TEXT}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etin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462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Lato"/>
              </a:rPr>
              <a:t>{DECK_LABEL}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24629A"/>
                </a:solidFill>
                <a:latin typeface="Lato"/>
              </a:rPr>
              <a:t>{KICKER}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6459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Source Serif Pro"/>
              </a:rPr>
              <a:t>{HEADING}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0" y="7132320"/>
            <a:ext cx="1828800" cy="0"/>
          </a:xfrm>
          <a:prstGeom prst="line">
            <a:avLst/>
          </a:prstGeom>
          <a:ln w="25400">
            <a:solidFill>
              <a:srgbClr val="2462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828800" y="7406640"/>
            <a:ext cx="1463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Lato"/>
              </a:rPr>
              <a:t>{BODY_TEXT}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