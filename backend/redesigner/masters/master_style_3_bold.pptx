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0" y="1828800"/>
            <a:ext cx="14630400" cy="14630400"/>
          </a:xfrm>
          <a:prstGeom prst="ellipse">
            <a:avLst/>
          </a:prstGeom>
          <a:gradFill rotWithShape="1">
            <a:gsLst>
              <a:gs pos="0">
                <a:srgbClr val="2D8FCF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8FCF"/>
                </a:solidFill>
                <a:latin typeface="Inter"/>
              </a:rPr>
              <a:t>{SUPER_LABEL}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645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FFFFFF"/>
                </a:solidFill>
                <a:latin typeface="Kollektif"/>
              </a:rPr>
              <a:t>{TITLE}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801600" y="-3657600"/>
            <a:ext cx="12801600" cy="12801600"/>
          </a:xfrm>
          <a:prstGeom prst="ellipse">
            <a:avLst/>
          </a:prstGeom>
          <a:gradFill rotWithShape="1">
            <a:gsLst>
              <a:gs pos="0">
                <a:srgbClr val="2D8FCF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0" b="1" i="0">
                <a:solidFill>
                  <a:srgbClr val="2D8FCF"/>
                </a:solidFill>
                <a:latin typeface="Kollektif"/>
              </a:rPr>
              <a:t>{SECTION_NUM}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645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Kollektif"/>
              </a:rPr>
              <a:t>{SECTION_TITLE}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017520"/>
            <a:ext cx="2743200" cy="0"/>
          </a:xfrm>
          <a:prstGeom prst="line">
            <a:avLst/>
          </a:prstGeom>
          <a:ln w="50800">
            <a:solidFill>
              <a:srgbClr val="2D8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291840"/>
            <a:ext cx="1645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99A3B2"/>
                </a:solidFill>
                <a:latin typeface="Inter"/>
              </a:rPr>
              <a:t>{LEAD}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6459200" cy="530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Inter"/>
              </a:rPr>
              <a:t>{BODY_TEXT}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926080"/>
            <a:ext cx="16459200" cy="0"/>
          </a:xfrm>
          <a:prstGeom prst="line">
            <a:avLst/>
          </a:prstGeom>
          <a:ln w="12700">
            <a:solidFill>
              <a:srgbClr val="2D8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4747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D8FCF"/>
                </a:solidFill>
                <a:latin typeface="Kollektif"/>
              </a:rPr>
              <a:t>{BULLET_1_NUM}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Kollektif"/>
              </a:rPr>
              <a:t>{BULLET_1_TITLE}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A3B2"/>
                </a:solidFill>
                <a:latin typeface="Inter"/>
              </a:rPr>
              <a:t>{BULLET_1_TEXT}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4747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D8FCF"/>
                </a:solidFill>
                <a:latin typeface="Kollektif"/>
              </a:rPr>
              <a:t>{BULLET_2_NUM}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3434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Kollektif"/>
              </a:rPr>
              <a:t>{BULLET_2_TITLE}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502920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A3B2"/>
                </a:solidFill>
                <a:latin typeface="Inter"/>
              </a:rPr>
              <a:t>{BULLET_2_TEXT}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0" y="34747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D8FCF"/>
                </a:solidFill>
                <a:latin typeface="Kollektif"/>
              </a:rPr>
              <a:t>{BULLET_3_NUM}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0" y="43434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Kollektif"/>
              </a:rPr>
              <a:t>{BULLET_3_TITLE}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0" y="502920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A3B2"/>
                </a:solidFill>
                <a:latin typeface="Inter"/>
              </a:rPr>
              <a:t>{BULLET_3_TEXT}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94944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D8FCF"/>
                </a:solidFill>
                <a:latin typeface="Kollektif"/>
              </a:rPr>
              <a:t>{BULLET_4_NUM}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81812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Kollektif"/>
              </a:rPr>
              <a:t>{BULLET_4_TITLE}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50392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A3B2"/>
                </a:solidFill>
                <a:latin typeface="Inter"/>
              </a:rPr>
              <a:t>{BULLET_4_TEXT}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694944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D8FCF"/>
                </a:solidFill>
                <a:latin typeface="Kollektif"/>
              </a:rPr>
              <a:t>{BULLET_5_NUM}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781812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Kollektif"/>
              </a:rPr>
              <a:t>{BULLET_5_TITLE}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850392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9A3B2"/>
                </a:solidFill>
                <a:latin typeface="Inter"/>
              </a:rPr>
              <a:t>{BULLET_5_TEXT}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801600" y="5486400"/>
            <a:ext cx="10972800" cy="10972800"/>
          </a:xfrm>
          <a:prstGeom prst="ellipse">
            <a:avLst/>
          </a:prstGeom>
          <a:gradFill rotWithShape="1">
            <a:gsLst>
              <a:gs pos="0">
                <a:srgbClr val="2D8FCF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7772400" cy="640080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Kollektif"/>
              </a:rPr>
              <a:t>{LEFT_TITLE}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9A3B2"/>
                </a:solidFill>
                <a:latin typeface="Inter"/>
              </a:rPr>
              <a:t>{LEFT_SUB}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68580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{LEFT_TEXT}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3200400"/>
            <a:ext cx="7772400" cy="6400800"/>
          </a:xfrm>
          <a:prstGeom prst="roundRect">
            <a:avLst/>
          </a:prstGeom>
          <a:noFill/>
          <a:ln w="15240">
            <a:solidFill>
              <a:srgbClr val="2D8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36576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D8FCF"/>
                </a:solidFill>
                <a:latin typeface="Kollektif"/>
              </a:rPr>
              <a:t>{RIGHT_TITLE}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6634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9A3B2"/>
                </a:solidFill>
                <a:latin typeface="Inter"/>
              </a:rPr>
              <a:t>{RIGHT_SUB}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5212080"/>
            <a:ext cx="68580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{RIGHT_TEXT}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0" y="-5486400"/>
            <a:ext cx="14630400" cy="14630400"/>
          </a:xfrm>
          <a:prstGeom prst="ellipse">
            <a:avLst/>
          </a:prstGeom>
          <a:gradFill rotWithShape="1">
            <a:gsLst>
              <a:gs pos="0">
                <a:srgbClr val="2D8FCF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4023360" cy="621792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D8FCF"/>
                </a:solidFill>
                <a:latin typeface="Inter"/>
              </a:rPr>
              <a:t>{STAT_1_CATEGORY}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Kollektif"/>
              </a:rPr>
              <a:t>{STAT_1_VALUE}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786384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A3B2"/>
                </a:solidFill>
                <a:latin typeface="Inter"/>
              </a:rPr>
              <a:t>{STAT_1_LABEL}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474720"/>
            <a:ext cx="4023360" cy="621792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931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D8FCF"/>
                </a:solidFill>
                <a:latin typeface="Inter"/>
              </a:rPr>
              <a:t>{STAT_2_CATEGORY}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12064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Kollektif"/>
              </a:rPr>
              <a:t>{STAT_2_VALUE}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786384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A3B2"/>
                </a:solidFill>
                <a:latin typeface="Inter"/>
              </a:rPr>
              <a:t>{STAT_2_LABEL}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3474720"/>
            <a:ext cx="4023360" cy="621792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931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D8FCF"/>
                </a:solidFill>
                <a:latin typeface="Inter"/>
              </a:rPr>
              <a:t>{STAT_3_CATEGORY}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12064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Kollektif"/>
              </a:rPr>
              <a:t>{STAT_3_VALUE}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786384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A3B2"/>
                </a:solidFill>
                <a:latin typeface="Inter"/>
              </a:rPr>
              <a:t>{STAT_3_LABEL}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07440" y="3474720"/>
            <a:ext cx="4023360" cy="621792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07440" y="3931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D8FCF"/>
                </a:solidFill>
                <a:latin typeface="Inter"/>
              </a:rPr>
              <a:t>{STAT_4_CATEGORY}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0" y="512064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Kollektif"/>
              </a:rPr>
              <a:t>{STAT_4_VALUE}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0" y="786384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A3B2"/>
                </a:solidFill>
                <a:latin typeface="Inter"/>
              </a:rPr>
              <a:t>{STAT_4_LABEL}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1828800"/>
            <a:ext cx="12801600" cy="12801600"/>
          </a:xfrm>
          <a:prstGeom prst="ellipse">
            <a:avLst/>
          </a:prstGeom>
          <a:gradFill rotWithShape="1">
            <a:gsLst>
              <a:gs pos="0">
                <a:srgbClr val="2D8FCF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0" b="1" i="0">
                <a:solidFill>
                  <a:srgbClr val="2D8FCF"/>
                </a:solidFill>
                <a:latin typeface="Kollektif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00400"/>
            <a:ext cx="13716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1">
                <a:solidFill>
                  <a:srgbClr val="FFFFFF"/>
                </a:solidFill>
                <a:latin typeface="Kollektif"/>
              </a:rPr>
              <a:t>{QUOTE_TEXT}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8229600"/>
            <a:ext cx="1828800" cy="0"/>
          </a:xfrm>
          <a:prstGeom prst="line">
            <a:avLst/>
          </a:prstGeom>
          <a:ln w="25400">
            <a:solidFill>
              <a:srgbClr val="2D8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841248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8FCF"/>
                </a:solidFill>
                <a:latin typeface="Kollektif"/>
              </a:rPr>
              <a:t>{QUOTE_AUTHOR}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896112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9A3B2"/>
                </a:solidFill>
                <a:latin typeface="Inter"/>
              </a:rPr>
              <a:t>{QUOTE_ROLE}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{DECK_SUBTITLE}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Inter"/>
              </a:rPr>
              <a:t>{YEAR}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645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6459200" cy="822960"/>
          </a:xfrm>
          <a:prstGeom prst="rect">
            <a:avLst/>
          </a:prstGeom>
          <a:solidFill>
            <a:srgbClr val="2D8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Kollektif"/>
              </a:rPr>
              <a:t>{COL_1_HEADER}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Kollektif"/>
              </a:rPr>
              <a:t>{COL_2_HEADER}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Kollektif"/>
              </a:rPr>
              <a:t>{COL_3_HEADER}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Kollektif"/>
              </a:rPr>
              <a:t>{COL_4_HEADER}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5303520"/>
            <a:ext cx="16459200" cy="0"/>
          </a:xfrm>
          <a:prstGeom prst="line">
            <a:avLst/>
          </a:prstGeom>
          <a:ln w="6350">
            <a:solidFill>
              <a:srgbClr val="99A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{R1_C1}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{R1_C2}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{R1_C3}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{R1_C4}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6492240"/>
            <a:ext cx="16459200" cy="0"/>
          </a:xfrm>
          <a:prstGeom prst="line">
            <a:avLst/>
          </a:prstGeom>
          <a:ln w="6350">
            <a:solidFill>
              <a:srgbClr val="99A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87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{R2_C1}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{R2_C2}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{R2_C3}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{R2_C4}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7680960"/>
            <a:ext cx="16459200" cy="0"/>
          </a:xfrm>
          <a:prstGeom prst="line">
            <a:avLst/>
          </a:prstGeom>
          <a:ln w="6350">
            <a:solidFill>
              <a:srgbClr val="99A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887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{R3_C1}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{R3_C2}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{R3_C3}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{R3_C4}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8869680"/>
            <a:ext cx="16459200" cy="0"/>
          </a:xfrm>
          <a:prstGeom prst="line">
            <a:avLst/>
          </a:prstGeom>
          <a:ln w="6350">
            <a:solidFill>
              <a:srgbClr val="99A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87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{R4_C1}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{R4_C2}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{R4_C3}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{R4_C4}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0" y="2743200"/>
            <a:ext cx="18288000" cy="18288000"/>
          </a:xfrm>
          <a:prstGeom prst="ellipse">
            <a:avLst/>
          </a:prstGeom>
          <a:gradFill rotWithShape="1">
            <a:gsLst>
              <a:gs pos="0">
                <a:srgbClr val="2D8FCF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8288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Kollektif"/>
              </a:rPr>
              <a:t>{CLOSING_HEADLINE}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0" y="6400800"/>
            <a:ext cx="1828800" cy="0"/>
          </a:xfrm>
          <a:prstGeom prst="line">
            <a:avLst/>
          </a:prstGeom>
          <a:ln w="25400">
            <a:solidFill>
              <a:srgbClr val="2D8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7665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Inter"/>
              </a:rPr>
              <a:t>{CLOSING_SUBTITLE}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4183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A3B2"/>
                </a:solidFill>
                <a:latin typeface="Inter"/>
              </a:rPr>
              <a:t>{CONTACTS}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fic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8FCF"/>
                </a:solidFill>
                <a:latin typeface="Inter"/>
              </a:rPr>
              <a:t>{DECK_LABEL}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84080" y="3017520"/>
            <a:ext cx="1188720" cy="0"/>
          </a:xfrm>
          <a:prstGeom prst="line">
            <a:avLst/>
          </a:prstGeom>
          <a:ln w="38100">
            <a:solidFill>
              <a:srgbClr val="2D8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32004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8FCF"/>
                </a:solidFill>
                <a:latin typeface="Inter"/>
              </a:rPr>
              <a:t>{KICKER}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3931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217920"/>
            <a:ext cx="80467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ter"/>
              </a:rPr>
              <a:t>{BODY_TEXT}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etin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D8FCF"/>
                </a:solidFill>
                <a:latin typeface="Inter"/>
              </a:rPr>
              <a:t>{KICKER}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645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Kollektif"/>
              </a:rPr>
              <a:t>{HEADING}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7132320"/>
            <a:ext cx="1828800" cy="0"/>
          </a:xfrm>
          <a:prstGeom prst="line">
            <a:avLst/>
          </a:prstGeom>
          <a:ln w="25400">
            <a:solidFill>
              <a:srgbClr val="2D8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7406640"/>
            <a:ext cx="1463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Inter"/>
              </a:rPr>
              <a:t>{BODY_TEXT}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